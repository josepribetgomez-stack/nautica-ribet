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ff450cf68426a" /><Relationship Type="http://schemas.openxmlformats.org/officeDocument/2006/relationships/extended-properties" Target="/docProps/app.xml" Id="R6d5180bdbfea43ad" /><Relationship Type="http://schemas.openxmlformats.org/officeDocument/2006/relationships/officeDocument" Target="/ppt/presentation.xml" Id="R82ed41acb467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7f9306d924703"/>
  </p:sldMasterIdLst>
  <p:notesMasterIdLst>
    <p:notesMasterId xmlns:r="http://schemas.openxmlformats.org/officeDocument/2006/relationships" r:id="R9af3e6b6b6564c8e"/>
  </p:notesMasterIdLst>
  <p:sldIdLst>
    <p:sldId xmlns:r="http://schemas.openxmlformats.org/officeDocument/2006/relationships" id="256" r:id="R0053df1d1e0b4230"/>
    <p:sldId xmlns:r="http://schemas.openxmlformats.org/officeDocument/2006/relationships" id="257" r:id="Rce4960a4c0964381"/>
    <p:sldId xmlns:r="http://schemas.openxmlformats.org/officeDocument/2006/relationships" id="258" r:id="R577abe8fa3cf4155"/>
    <p:sldId xmlns:r="http://schemas.openxmlformats.org/officeDocument/2006/relationships" id="259" r:id="R01fbbb07c2ec4daa"/>
    <p:sldId xmlns:r="http://schemas.openxmlformats.org/officeDocument/2006/relationships" id="260" r:id="R58a9bd15de884df2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5599dbd4fc400b" /><Relationship Type="http://schemas.openxmlformats.org/officeDocument/2006/relationships/slideMaster" Target="/ppt/slideMasters/slideMaster1.xml" Id="Re2c7f9306d924703" /><Relationship Type="http://schemas.openxmlformats.org/officeDocument/2006/relationships/notesMaster" Target="/ppt/notesMasters/notesMaster1.xml" Id="R9af3e6b6b6564c8e" /><Relationship Type="http://schemas.openxmlformats.org/officeDocument/2006/relationships/presProps" Target="/ppt/presProps.xml" Id="R2e070870bf6d4102" /><Relationship Type="http://schemas.openxmlformats.org/officeDocument/2006/relationships/tableStyles" Target="/ppt/tableStyles.xml" Id="R542015967f724ab2" /><Relationship Type="http://schemas.openxmlformats.org/officeDocument/2006/relationships/slide" Target="/ppt/slides/slide1.xml" Id="R0053df1d1e0b4230" /><Relationship Type="http://schemas.openxmlformats.org/officeDocument/2006/relationships/slide" Target="/ppt/slides/slide2.xml" Id="Rce4960a4c0964381" /><Relationship Type="http://schemas.openxmlformats.org/officeDocument/2006/relationships/slide" Target="/ppt/slides/slide3.xml" Id="R577abe8fa3cf4155" /><Relationship Type="http://schemas.openxmlformats.org/officeDocument/2006/relationships/slide" Target="/ppt/slides/slide4.xml" Id="R01fbbb07c2ec4daa" /><Relationship Type="http://schemas.openxmlformats.org/officeDocument/2006/relationships/slide" Target="/ppt/slides/slide5.xml" Id="R58a9bd15de88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9ad48a9656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47ca293c94fda" /><Relationship Type="http://schemas.openxmlformats.org/officeDocument/2006/relationships/notesMaster" Target="/ppt/notesMasters/notesMaster1.xml" Id="R401f6f330825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f17c0272746b1" /><Relationship Type="http://schemas.openxmlformats.org/officeDocument/2006/relationships/notesMaster" Target="/ppt/notesMasters/notesMaster1.xml" Id="R84d34bfd5a004d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5e5af01d6a4f51" /><Relationship Type="http://schemas.openxmlformats.org/officeDocument/2006/relationships/notesMaster" Target="/ppt/notesMasters/notesMaster1.xml" Id="R9a0800fb8e984a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21161604d492f" /><Relationship Type="http://schemas.openxmlformats.org/officeDocument/2006/relationships/notesMaster" Target="/ppt/notesMasters/notesMaster1.xml" Id="R5eb3138b14ae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68f767edf46ca" /><Relationship Type="http://schemas.openxmlformats.org/officeDocument/2006/relationships/notesMaster" Target="/ppt/notesMasters/notesMaster1.xml" Id="R63debeb1a59446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2b168a8b7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95c3584b604823" /><Relationship Type="http://schemas.openxmlformats.org/officeDocument/2006/relationships/slideLayout" Target="/ppt/slideLayouts/slideLayout1.xml" Id="R836904aaad9944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904aaad9944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f2f931c5f47b6" /><Relationship Type="http://schemas.openxmlformats.org/officeDocument/2006/relationships/image" Target="/ppt/media/image.png" Id="Ra08488d904ae4b18" /><Relationship Type="http://schemas.openxmlformats.org/officeDocument/2006/relationships/notesSlide" Target="/ppt/notesSlides/notesSlide1.xml" Id="R2442ae96f4f746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ed820c3cc4e59" /><Relationship Type="http://schemas.openxmlformats.org/officeDocument/2006/relationships/image" Target="/ppt/media/image2.png" Id="R689357cbb22d40bd" /><Relationship Type="http://schemas.openxmlformats.org/officeDocument/2006/relationships/notesSlide" Target="/ppt/notesSlides/notesSlide2.xml" Id="R2b73ecf6d500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aa3e5b0c14131" /><Relationship Type="http://schemas.openxmlformats.org/officeDocument/2006/relationships/image" Target="/ppt/media/image3.png" Id="R40a5de77479d448a" /><Relationship Type="http://schemas.openxmlformats.org/officeDocument/2006/relationships/notesSlide" Target="/ppt/notesSlides/notesSlide3.xml" Id="R0fe8e12859be4c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4d9f5e1f4477" /><Relationship Type="http://schemas.openxmlformats.org/officeDocument/2006/relationships/image" Target="/ppt/media/image4.png" Id="Rfb3e1329b7364727" /><Relationship Type="http://schemas.openxmlformats.org/officeDocument/2006/relationships/notesSlide" Target="/ppt/notesSlides/notesSlide4.xml" Id="R24bfe8a206d3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eec496b354591" /><Relationship Type="http://schemas.openxmlformats.org/officeDocument/2006/relationships/image" Target="/ppt/media/image5.png" Id="Rba95d29e8bbd45d2" /><Relationship Type="http://schemas.openxmlformats.org/officeDocument/2006/relationships/notesSlide" Target="/ppt/notesSlides/notesSlide5.xml" Id="Rda3aa0380e53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6A298072-99D2-469C-80C8-FE4D54E3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B90549A4-1A36-4FE9-A038-D0352980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7FD551B-1073-46B6-946D-B3B35FE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6A065C7-94A4-467E-A335-1BF73FE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VISIBILIDAD REDUCIDA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47E76C-A60C-49CE-8490-5145F22F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01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50A21034-0407-4875-999E-1EE8A21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488d904ae4b18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7988DF2-386C-456A-93D4-EE130A6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83602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24DA53B2-D450-4298-98A2-7A427914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C5695CE9-9D08-4C22-96A6-C2395A8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7B3F868-15E6-4DCD-A283-B343C0E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26A2C8D-1C66-45D0-99AB-2D1C85D6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VISIBILIDAD REDUCIDA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C0E767-021C-45FC-A81F-5DD7EA4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02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79DA28F3-75AF-4C31-8EA5-3587FC4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357cbb22d40bd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037E536-75BF-4CF7-8821-A2BBA2C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516881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305D774A-1E78-49F9-A8DA-0BACC6B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DB559F0-9944-4077-9D40-2BF581A4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1B00B15-202E-49B4-A1D7-50AF627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CC6AD38-C3E8-4287-A1FC-C925521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VISIBILIDAD REDUCIDA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B8505C8-7D6A-4F8C-BE00-1458FA7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03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0D5780A8-A409-40E4-9866-7817BFD9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5de77479d448a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43B5181-9BC7-4DFF-B4D9-DE9A87B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464883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6F873DA0-6CDE-42EC-81BF-88409909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5B5605A-3BBA-4D14-9597-4D626D9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A1CF4A9-5AD0-465E-8720-BDB4C42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DE83846-E1CD-42D8-B4E3-4CBA7EF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VISIBILIDAD REDUCIDA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8CD619-9C73-42D0-9502-ACB8660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04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5814AF38-3B52-40B8-984C-505292E3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e1329b7364727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6817208-5EC8-4F3E-9A56-E6520868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4568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64B61911-A46D-4DAA-A829-2429698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358A5CD6-1B79-4B79-AAA6-280B656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0D533BF1-5F83-4D00-84D4-3B0BF291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1CE0E4A-9BE3-4093-954B-833AF828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VISIBILIDAD REDUCIDA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519C1F-0432-4C75-B8BC-E5736D91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05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5B778C6C-CFF2-417E-9C0A-EF8FCD8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5d29e8bbd45d2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900BD49-1C52-41CC-9453-B58537E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32354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2026-07-12T09:35:21.6360000Z</dcterms:created>
  <dcterms:modified xsi:type="dcterms:W3CDTF">2026-07-12T09:35:21.6360000Z</dcterms:modified>
</coreProperties>
</file>