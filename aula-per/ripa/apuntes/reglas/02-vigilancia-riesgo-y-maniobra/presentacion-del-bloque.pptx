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3b8d6d9b6b42f5" /><Relationship Type="http://schemas.openxmlformats.org/officeDocument/2006/relationships/extended-properties" Target="/docProps/app.xml" Id="Rcd4f5bb9b84c4c0c" /><Relationship Type="http://schemas.openxmlformats.org/officeDocument/2006/relationships/officeDocument" Target="/ppt/presentation.xml" Id="R8d405a7083ce4e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a1e6cefb7742aa"/>
  </p:sldMasterIdLst>
  <p:notesMasterIdLst>
    <p:notesMasterId xmlns:r="http://schemas.openxmlformats.org/officeDocument/2006/relationships" r:id="R8ce08361bc0e4025"/>
  </p:notesMasterIdLst>
  <p:sldIdLst>
    <p:sldId xmlns:r="http://schemas.openxmlformats.org/officeDocument/2006/relationships" id="256" r:id="R832fada80fc642ba"/>
    <p:sldId xmlns:r="http://schemas.openxmlformats.org/officeDocument/2006/relationships" id="257" r:id="Rd2ce993ac4e34df8"/>
    <p:sldId xmlns:r="http://schemas.openxmlformats.org/officeDocument/2006/relationships" id="258" r:id="R6222389ba0674503"/>
    <p:sldId xmlns:r="http://schemas.openxmlformats.org/officeDocument/2006/relationships" id="259" r:id="Rfb8a8a123551430f"/>
    <p:sldId xmlns:r="http://schemas.openxmlformats.org/officeDocument/2006/relationships" id="260" r:id="R07223e79c09b40e0"/>
    <p:sldId xmlns:r="http://schemas.openxmlformats.org/officeDocument/2006/relationships" id="261" r:id="R603559f8eafc4158"/>
    <p:sldId xmlns:r="http://schemas.openxmlformats.org/officeDocument/2006/relationships" id="262" r:id="Rbe831ec2290a49ed"/>
    <p:sldId xmlns:r="http://schemas.openxmlformats.org/officeDocument/2006/relationships" id="263" r:id="Rb6a37adcaa5641c5"/>
    <p:sldId xmlns:r="http://schemas.openxmlformats.org/officeDocument/2006/relationships" id="264" r:id="Rbd45ed510eaf41c1"/>
    <p:sldId xmlns:r="http://schemas.openxmlformats.org/officeDocument/2006/relationships" id="265" r:id="Rb44df6bc0a32425c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4d6f1935f5491b" /><Relationship Type="http://schemas.openxmlformats.org/officeDocument/2006/relationships/slideMaster" Target="/ppt/slideMasters/slideMaster1.xml" Id="Rffa1e6cefb7742aa" /><Relationship Type="http://schemas.openxmlformats.org/officeDocument/2006/relationships/notesMaster" Target="/ppt/notesMasters/notesMaster1.xml" Id="R8ce08361bc0e4025" /><Relationship Type="http://schemas.openxmlformats.org/officeDocument/2006/relationships/presProps" Target="/ppt/presProps.xml" Id="Ra410142d3c404250" /><Relationship Type="http://schemas.openxmlformats.org/officeDocument/2006/relationships/tableStyles" Target="/ppt/tableStyles.xml" Id="R87b91d2b53154e68" /><Relationship Type="http://schemas.openxmlformats.org/officeDocument/2006/relationships/slide" Target="/ppt/slides/slide1.xml" Id="R832fada80fc642ba" /><Relationship Type="http://schemas.openxmlformats.org/officeDocument/2006/relationships/slide" Target="/ppt/slides/slide2.xml" Id="Rd2ce993ac4e34df8" /><Relationship Type="http://schemas.openxmlformats.org/officeDocument/2006/relationships/slide" Target="/ppt/slides/slide3.xml" Id="R6222389ba0674503" /><Relationship Type="http://schemas.openxmlformats.org/officeDocument/2006/relationships/slide" Target="/ppt/slides/slide4.xml" Id="Rfb8a8a123551430f" /><Relationship Type="http://schemas.openxmlformats.org/officeDocument/2006/relationships/slide" Target="/ppt/slides/slide5.xml" Id="R07223e79c09b40e0" /><Relationship Type="http://schemas.openxmlformats.org/officeDocument/2006/relationships/slide" Target="/ppt/slides/slide6.xml" Id="R603559f8eafc4158" /><Relationship Type="http://schemas.openxmlformats.org/officeDocument/2006/relationships/slide" Target="/ppt/slides/slide7.xml" Id="Rbe831ec2290a49ed" /><Relationship Type="http://schemas.openxmlformats.org/officeDocument/2006/relationships/slide" Target="/ppt/slides/slide8.xml" Id="Rb6a37adcaa5641c5" /><Relationship Type="http://schemas.openxmlformats.org/officeDocument/2006/relationships/slide" Target="/ppt/slides/slide9.xml" Id="Rbd45ed510eaf41c1" /><Relationship Type="http://schemas.openxmlformats.org/officeDocument/2006/relationships/slide" Target="/ppt/slides/slide10.xml" Id="Rb44df6bc0a3242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05353120bd4f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adc5295b1647cf" /><Relationship Type="http://schemas.openxmlformats.org/officeDocument/2006/relationships/notesMaster" Target="/ppt/notesMasters/notesMaster1.xml" Id="Rcc5eb9b000bf48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d47a02a3114407" /><Relationship Type="http://schemas.openxmlformats.org/officeDocument/2006/relationships/notesMaster" Target="/ppt/notesMasters/notesMaster1.xml" Id="R3e90d4f3ab614b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2bed47f7cb4dbc" /><Relationship Type="http://schemas.openxmlformats.org/officeDocument/2006/relationships/notesMaster" Target="/ppt/notesMasters/notesMaster1.xml" Id="R2e6f7f60ab5144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5832c5dee0401d" /><Relationship Type="http://schemas.openxmlformats.org/officeDocument/2006/relationships/notesMaster" Target="/ppt/notesMasters/notesMaster1.xml" Id="Rab2c5bf972ab4e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7f343ac28442ad" /><Relationship Type="http://schemas.openxmlformats.org/officeDocument/2006/relationships/notesMaster" Target="/ppt/notesMasters/notesMaster1.xml" Id="R8596c79d76984c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91f424b8045ae" /><Relationship Type="http://schemas.openxmlformats.org/officeDocument/2006/relationships/notesMaster" Target="/ppt/notesMasters/notesMaster1.xml" Id="Rb80343e5f32e4c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52b348e92d4a12" /><Relationship Type="http://schemas.openxmlformats.org/officeDocument/2006/relationships/notesMaster" Target="/ppt/notesMasters/notesMaster1.xml" Id="R374344719d4b4a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c313be77254672" /><Relationship Type="http://schemas.openxmlformats.org/officeDocument/2006/relationships/notesMaster" Target="/ppt/notesMasters/notesMaster1.xml" Id="R92449886019a4f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d1df41450e418c" /><Relationship Type="http://schemas.openxmlformats.org/officeDocument/2006/relationships/notesMaster" Target="/ppt/notesMasters/notesMaster1.xml" Id="R95406814285c44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9cbbcc441741e3" /><Relationship Type="http://schemas.openxmlformats.org/officeDocument/2006/relationships/notesMaster" Target="/ppt/notesMasters/notesMaster1.xml" Id="R5a489e65015a42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ee4eb3c3240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b036c1569c43c7" /><Relationship Type="http://schemas.openxmlformats.org/officeDocument/2006/relationships/slideLayout" Target="/ppt/slideLayouts/slideLayout1.xml" Id="Raf8afa4e15ab44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8afa4e15ab44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fe4f6bb2d44d8" /><Relationship Type="http://schemas.openxmlformats.org/officeDocument/2006/relationships/image" Target="/ppt/media/image.png" Id="Re991044bccf6434c" /><Relationship Type="http://schemas.openxmlformats.org/officeDocument/2006/relationships/notesSlide" Target="/ppt/notesSlides/notesSlide1.xml" Id="R0e2f7ea209954f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bf5521da7470e" /><Relationship Type="http://schemas.openxmlformats.org/officeDocument/2006/relationships/image" Target="/ppt/media/image2.png" Id="Rd0c3580d5ed847ed" /><Relationship Type="http://schemas.openxmlformats.org/officeDocument/2006/relationships/notesSlide" Target="/ppt/notesSlides/notesSlide2.xml" Id="R99b1e2b71fff40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2148f3cd5492f" /><Relationship Type="http://schemas.openxmlformats.org/officeDocument/2006/relationships/image" Target="/ppt/media/image3.png" Id="R8da0377507754bab" /><Relationship Type="http://schemas.openxmlformats.org/officeDocument/2006/relationships/notesSlide" Target="/ppt/notesSlides/notesSlide3.xml" Id="R4db1c25a1f1842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d1d3105604e70" /><Relationship Type="http://schemas.openxmlformats.org/officeDocument/2006/relationships/image" Target="/ppt/media/image4.png" Id="R512c01547f2f490f" /><Relationship Type="http://schemas.openxmlformats.org/officeDocument/2006/relationships/notesSlide" Target="/ppt/notesSlides/notesSlide4.xml" Id="R370fe7fb9d2341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5a55a70334c54" /><Relationship Type="http://schemas.openxmlformats.org/officeDocument/2006/relationships/image" Target="/ppt/media/image5.png" Id="R8bb9bcf3d8724901" /><Relationship Type="http://schemas.openxmlformats.org/officeDocument/2006/relationships/notesSlide" Target="/ppt/notesSlides/notesSlide5.xml" Id="R86d26a70a96f49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89f7406e44fb3" /><Relationship Type="http://schemas.openxmlformats.org/officeDocument/2006/relationships/image" Target="/ppt/media/image6.png" Id="Rd10138d505904de1" /><Relationship Type="http://schemas.openxmlformats.org/officeDocument/2006/relationships/notesSlide" Target="/ppt/notesSlides/notesSlide6.xml" Id="R05a17cb5396040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67d8b523041e9" /><Relationship Type="http://schemas.openxmlformats.org/officeDocument/2006/relationships/image" Target="/ppt/media/image7.png" Id="R2acf8dad86d549e0" /><Relationship Type="http://schemas.openxmlformats.org/officeDocument/2006/relationships/notesSlide" Target="/ppt/notesSlides/notesSlide7.xml" Id="R3ea11632617649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341049b304995" /><Relationship Type="http://schemas.openxmlformats.org/officeDocument/2006/relationships/image" Target="/ppt/media/image8.png" Id="Rfe665cf39c804330" /><Relationship Type="http://schemas.openxmlformats.org/officeDocument/2006/relationships/notesSlide" Target="/ppt/notesSlides/notesSlide8.xml" Id="R5ce9d05cf6b243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c1420dcf94f74" /><Relationship Type="http://schemas.openxmlformats.org/officeDocument/2006/relationships/image" Target="/ppt/media/image9.png" Id="R15e2c1aea8a24bb2" /><Relationship Type="http://schemas.openxmlformats.org/officeDocument/2006/relationships/notesSlide" Target="/ppt/notesSlides/notesSlide9.xml" Id="R04934726febf4b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597921760414b" /><Relationship Type="http://schemas.openxmlformats.org/officeDocument/2006/relationships/image" Target="/ppt/media/image10.png" Id="R1333644e555b473c" /><Relationship Type="http://schemas.openxmlformats.org/officeDocument/2006/relationships/notesSlide" Target="/ppt/notesSlides/notesSlide10.xml" Id="Rfde9bec35a4d4a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50614679-97B1-4D33-8026-EFBD0B0E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F5EFB3D1-1C85-401A-A430-008ACD16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754F4D20-3A63-48A7-8F22-50C11FB1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80C7DEB-E383-4F3E-B9FB-2350EC0E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VIGILANCIA, RIESGO Y MANIOBRA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CD769FE-F098-413D-BA10-51800B6F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01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7C4F44DB-5029-4211-B93D-CF5AAB4C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1044bccf6434c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0FAE737-AEAD-48E2-A4DD-CBFA8C2A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4953915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93AAA1B0-CE4E-42ED-9987-6BB90455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47A5E18F-3561-44DB-988B-586F7985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7EC22440-7794-4777-840E-909D391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E61D65D-D943-4187-9128-FEBAE9B3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VIGILANCIA, RIESGO Y MANIOBRA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1FDE8A1-FAD1-484B-949B-19A07A9C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02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B115CB8B-7789-48B1-8C3D-B018F88E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3580d5ed847ed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BFCA1B1-812D-4B91-AA22-A821E0DB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312703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FEEC3D4E-C150-40DF-9A61-8375A839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95908F9E-C991-4502-ADFC-20CE57A8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B02C4A52-2E52-4C78-8E1D-762AEFC8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3F77E4B-727F-4C81-9C63-714DB438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VIGILANCIA, RIESGO Y MANIOBRA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1100E1A-2C6C-4FBD-B5E3-CC68B7E7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03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95C2DBFD-264C-40A9-AD18-52D7EF9F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0377507754bab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A4546AE-D0DD-423C-9087-FCB45959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253033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B660AC84-362E-4DD2-AF99-96C0A549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37042764-6040-4A5B-93CD-AC51504E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CCF653FB-3C2E-4046-8D10-D72D7621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54B6F57C-1E82-4281-88BF-34A103C7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VIGILANCIA, RIESGO Y MANIOBRA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6E31394-CBE4-428F-89B8-773D0C4B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04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788BB237-E1E2-4576-BF6C-B22BE074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c01547f2f490f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378670F-9B85-40C1-B329-FDC036EF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908836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E83B775F-ECF9-48A5-8E66-F458056A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FA2D2936-46E6-4A50-992D-6C8E5910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B4AD82F8-1AC2-4120-82DC-1A9B098D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03406AEE-2C12-4CC4-B105-CDA60BBB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VIGILANCIA, RIESGO Y MANIOBRA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6A82145-7392-435A-A10E-792C5308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05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0087982D-E4FF-4A33-86A8-0038BFF1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9bcf3d8724901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AA07620-5046-4574-9B49-42B4708A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7295466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71835FC0-016E-4683-BECA-2BBF9C09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777403C2-38DC-43AF-B174-8C3282B3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D7A11648-2FB2-4FBE-9F44-9F8CF963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E99FD808-167B-4D15-B506-E69E68F4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VIGILANCIA, RIESGO Y MANIOBRA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9649266-08D0-4C86-8956-03AB2FA6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06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641CEBD7-537C-4055-9B0B-0EFC3A61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138d505904de1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06F2A47-97A1-4B93-8D09-5F983311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243337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041370C8-8389-4FCB-94AA-1EE14E6B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7F80D672-0A38-40A5-B3F6-32181E22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3BFBC209-BBD4-49B0-8BA3-C4830982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69BA2725-5FCC-4374-A512-676BFB5D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VIGILANCIA, RIESGO Y MANIOBRA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AE84B8B-A461-4157-9106-4976ADF8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07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EC880D3F-5047-42D9-B199-B947BE6E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f8dad86d549e0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1CE5CC4-3218-4254-85D8-4885686B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2129576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6FD9CFAB-9F33-46CD-812A-0709DD83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17ACA6B2-2330-4C25-9EDB-8CD2746B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FC0F1795-2E39-45F7-9900-F5E9046B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B3F3BB8-7297-487A-A174-902247DA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VIGILANCIA, RIESGO Y MANIOBRA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49E133B-5188-4137-8BC2-2B734364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08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34CEEA08-E5C6-47A3-8970-A6D0D403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65cf39c804330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B84BD73-FFFF-444E-8082-972D809B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666169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3CB4C245-0DA6-46B3-BE67-EA5B6653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2954AE09-23F1-46FA-B4A4-18FC5894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E339FCC5-BFC3-4214-A66F-7FD257CC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ADD1A44-81CF-43F2-9CD9-17C25BB9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VIGILANCIA, RIESGO Y MANIOBRA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2918EC2-D1FC-4269-8354-48F0B204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09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5DA0420E-47D4-43BD-BD05-014BA8E5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2c1aea8a24bb2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4EB40A0-0070-4C0C-9FEF-7A55EA32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8672359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4799C6D3-21B3-43AF-864A-0A7B8771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AFC5BF7B-B2BC-430E-9225-BF003B57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EBB6FE41-8C2B-4CC1-A5F5-03BC2B93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7F21CFA-DE55-4561-A917-A0F6598B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VIGILANCIA, RIESGO Y MANIOBRA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8515E45-770C-4029-82E9-075AC866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10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CECCD40E-1D74-469F-8A8E-C405A7B6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3644e555b473c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F1CB930-E099-48F8-A335-401A6A81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422317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2026-07-12T09:35:20.9370000Z</dcterms:created>
  <dcterms:modified xsi:type="dcterms:W3CDTF">2026-07-12T09:35:20.9370000Z</dcterms:modified>
</coreProperties>
</file>