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54282a16144e29" /><Relationship Type="http://schemas.openxmlformats.org/officeDocument/2006/relationships/extended-properties" Target="/docProps/app.xml" Id="R344fb3244310460e" /><Relationship Type="http://schemas.openxmlformats.org/officeDocument/2006/relationships/officeDocument" Target="/ppt/presentation.xml" Id="R4e497061827744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9ac1a3b8a54a02"/>
  </p:sldMasterIdLst>
  <p:notesMasterIdLst>
    <p:notesMasterId xmlns:r="http://schemas.openxmlformats.org/officeDocument/2006/relationships" r:id="Rfe1a5eb88e874a22"/>
  </p:notesMasterIdLst>
  <p:sldIdLst>
    <p:sldId xmlns:r="http://schemas.openxmlformats.org/officeDocument/2006/relationships" id="256" r:id="R63bc44327ca542d4"/>
    <p:sldId xmlns:r="http://schemas.openxmlformats.org/officeDocument/2006/relationships" id="257" r:id="Rd62c8996dfbf41cb"/>
    <p:sldId xmlns:r="http://schemas.openxmlformats.org/officeDocument/2006/relationships" id="258" r:id="R4fb12ede9acb4277"/>
    <p:sldId xmlns:r="http://schemas.openxmlformats.org/officeDocument/2006/relationships" id="259" r:id="R13f3e19dd5be46d2"/>
    <p:sldId xmlns:r="http://schemas.openxmlformats.org/officeDocument/2006/relationships" id="260" r:id="Rd0c92440c21f4f02"/>
    <p:sldId xmlns:r="http://schemas.openxmlformats.org/officeDocument/2006/relationships" id="261" r:id="Re1881912bc864e61"/>
    <p:sldId xmlns:r="http://schemas.openxmlformats.org/officeDocument/2006/relationships" id="262" r:id="R7ce701a047fc4603"/>
    <p:sldId xmlns:r="http://schemas.openxmlformats.org/officeDocument/2006/relationships" id="263" r:id="R2c2ffb7cb915480e"/>
    <p:sldId xmlns:r="http://schemas.openxmlformats.org/officeDocument/2006/relationships" id="264" r:id="Rc6f49bb23901400f"/>
    <p:sldId xmlns:r="http://schemas.openxmlformats.org/officeDocument/2006/relationships" id="265" r:id="Re63b9d9cee7d4c28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123de439c44f76" /><Relationship Type="http://schemas.openxmlformats.org/officeDocument/2006/relationships/slideMaster" Target="/ppt/slideMasters/slideMaster1.xml" Id="R7c9ac1a3b8a54a02" /><Relationship Type="http://schemas.openxmlformats.org/officeDocument/2006/relationships/notesMaster" Target="/ppt/notesMasters/notesMaster1.xml" Id="Rfe1a5eb88e874a22" /><Relationship Type="http://schemas.openxmlformats.org/officeDocument/2006/relationships/presProps" Target="/ppt/presProps.xml" Id="Rf960435e5b884404" /><Relationship Type="http://schemas.openxmlformats.org/officeDocument/2006/relationships/tableStyles" Target="/ppt/tableStyles.xml" Id="R5bc3fcc0fa0b4ddc" /><Relationship Type="http://schemas.openxmlformats.org/officeDocument/2006/relationships/slide" Target="/ppt/slides/slide1.xml" Id="R63bc44327ca542d4" /><Relationship Type="http://schemas.openxmlformats.org/officeDocument/2006/relationships/slide" Target="/ppt/slides/slide2.xml" Id="Rd62c8996dfbf41cb" /><Relationship Type="http://schemas.openxmlformats.org/officeDocument/2006/relationships/slide" Target="/ppt/slides/slide3.xml" Id="R4fb12ede9acb4277" /><Relationship Type="http://schemas.openxmlformats.org/officeDocument/2006/relationships/slide" Target="/ppt/slides/slide4.xml" Id="R13f3e19dd5be46d2" /><Relationship Type="http://schemas.openxmlformats.org/officeDocument/2006/relationships/slide" Target="/ppt/slides/slide5.xml" Id="Rd0c92440c21f4f02" /><Relationship Type="http://schemas.openxmlformats.org/officeDocument/2006/relationships/slide" Target="/ppt/slides/slide6.xml" Id="Re1881912bc864e61" /><Relationship Type="http://schemas.openxmlformats.org/officeDocument/2006/relationships/slide" Target="/ppt/slides/slide7.xml" Id="R7ce701a047fc4603" /><Relationship Type="http://schemas.openxmlformats.org/officeDocument/2006/relationships/slide" Target="/ppt/slides/slide8.xml" Id="R2c2ffb7cb915480e" /><Relationship Type="http://schemas.openxmlformats.org/officeDocument/2006/relationships/slide" Target="/ppt/slides/slide9.xml" Id="Rc6f49bb23901400f" /><Relationship Type="http://schemas.openxmlformats.org/officeDocument/2006/relationships/slide" Target="/ppt/slides/slide10.xml" Id="Re63b9d9cee7d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171933be3d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742ea20ddc48f6" /><Relationship Type="http://schemas.openxmlformats.org/officeDocument/2006/relationships/notesMaster" Target="/ppt/notesMasters/notesMaster1.xml" Id="R967abf18f5f34c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a548964b814666" /><Relationship Type="http://schemas.openxmlformats.org/officeDocument/2006/relationships/notesMaster" Target="/ppt/notesMasters/notesMaster1.xml" Id="Rdc9bfdbe81f541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097cd73bfc4b26" /><Relationship Type="http://schemas.openxmlformats.org/officeDocument/2006/relationships/notesMaster" Target="/ppt/notesMasters/notesMaster1.xml" Id="R90807e523ecc4f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fe51e139294843" /><Relationship Type="http://schemas.openxmlformats.org/officeDocument/2006/relationships/notesMaster" Target="/ppt/notesMasters/notesMaster1.xml" Id="Rb207b63ed0eb4b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7c62e2997a482d" /><Relationship Type="http://schemas.openxmlformats.org/officeDocument/2006/relationships/notesMaster" Target="/ppt/notesMasters/notesMaster1.xml" Id="Re0fa4ac972e945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532fd2606f4494" /><Relationship Type="http://schemas.openxmlformats.org/officeDocument/2006/relationships/notesMaster" Target="/ppt/notesMasters/notesMaster1.xml" Id="R6be606b78ccd45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f0a1f0dbc94bd3" /><Relationship Type="http://schemas.openxmlformats.org/officeDocument/2006/relationships/notesMaster" Target="/ppt/notesMasters/notesMaster1.xml" Id="Ra8f94a9bbc134e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8a77e6c5eb4fc8" /><Relationship Type="http://schemas.openxmlformats.org/officeDocument/2006/relationships/notesMaster" Target="/ppt/notesMasters/notesMaster1.xml" Id="Ra1f3ba471f144f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de584647ad4758" /><Relationship Type="http://schemas.openxmlformats.org/officeDocument/2006/relationships/notesMaster" Target="/ppt/notesMasters/notesMaster1.xml" Id="R386474ee5afd4c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6a3d1152ec40a8" /><Relationship Type="http://schemas.openxmlformats.org/officeDocument/2006/relationships/notesMaster" Target="/ppt/notesMasters/notesMaster1.xml" Id="R92d6821c03a94b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00a56c49c4c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e5e5fb368d478a" /><Relationship Type="http://schemas.openxmlformats.org/officeDocument/2006/relationships/slideLayout" Target="/ppt/slideLayouts/slideLayout1.xml" Id="R90592c829d0f42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592c829d0f42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317fa471c46e4" /><Relationship Type="http://schemas.openxmlformats.org/officeDocument/2006/relationships/image" Target="/ppt/media/image.png" Id="R81aa6fc92d4244a5" /><Relationship Type="http://schemas.openxmlformats.org/officeDocument/2006/relationships/notesSlide" Target="/ppt/notesSlides/notesSlide1.xml" Id="Rc4a0e3165b8b46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c780d4cab407e" /><Relationship Type="http://schemas.openxmlformats.org/officeDocument/2006/relationships/image" Target="/ppt/media/image2.png" Id="R1f593fca52d8430f" /><Relationship Type="http://schemas.openxmlformats.org/officeDocument/2006/relationships/notesSlide" Target="/ppt/notesSlides/notesSlide2.xml" Id="Ra886de509ce14c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b8e201463466f" /><Relationship Type="http://schemas.openxmlformats.org/officeDocument/2006/relationships/image" Target="/ppt/media/image3.png" Id="R6eed41fc34324e59" /><Relationship Type="http://schemas.openxmlformats.org/officeDocument/2006/relationships/notesSlide" Target="/ppt/notesSlides/notesSlide3.xml" Id="R1d2f1930860745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d1db0a2b64ece" /><Relationship Type="http://schemas.openxmlformats.org/officeDocument/2006/relationships/image" Target="/ppt/media/image4.png" Id="Rfce2e157428e4a7a" /><Relationship Type="http://schemas.openxmlformats.org/officeDocument/2006/relationships/notesSlide" Target="/ppt/notesSlides/notesSlide4.xml" Id="Re321fa1c2e664e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bb48abf8143bd" /><Relationship Type="http://schemas.openxmlformats.org/officeDocument/2006/relationships/image" Target="/ppt/media/image5.png" Id="R6d121241c8b0402b" /><Relationship Type="http://schemas.openxmlformats.org/officeDocument/2006/relationships/notesSlide" Target="/ppt/notesSlides/notesSlide5.xml" Id="Rac15c76d5659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830ca4ace4886" /><Relationship Type="http://schemas.openxmlformats.org/officeDocument/2006/relationships/image" Target="/ppt/media/image6.png" Id="R71e3d01a85944a13" /><Relationship Type="http://schemas.openxmlformats.org/officeDocument/2006/relationships/notesSlide" Target="/ppt/notesSlides/notesSlide6.xml" Id="R6c6ccf317c3642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500f0e6b14f96" /><Relationship Type="http://schemas.openxmlformats.org/officeDocument/2006/relationships/image" Target="/ppt/media/image7.png" Id="Rb91b2df7f167418f" /><Relationship Type="http://schemas.openxmlformats.org/officeDocument/2006/relationships/notesSlide" Target="/ppt/notesSlides/notesSlide7.xml" Id="Rf79b20974f2b49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7173afb5d4fa7" /><Relationship Type="http://schemas.openxmlformats.org/officeDocument/2006/relationships/image" Target="/ppt/media/image8.png" Id="R3443639c42df4b41" /><Relationship Type="http://schemas.openxmlformats.org/officeDocument/2006/relationships/notesSlide" Target="/ppt/notesSlides/notesSlide8.xml" Id="R0189b2d5f56e47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7fcd189cd46d1" /><Relationship Type="http://schemas.openxmlformats.org/officeDocument/2006/relationships/image" Target="/ppt/media/image9.png" Id="R5c545dbd47b749cc" /><Relationship Type="http://schemas.openxmlformats.org/officeDocument/2006/relationships/notesSlide" Target="/ppt/notesSlides/notesSlide9.xml" Id="Rd18998d462734b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622e9125248ae" /><Relationship Type="http://schemas.openxmlformats.org/officeDocument/2006/relationships/image" Target="/ppt/media/image10.png" Id="Re7569db4705c48c2" /><Relationship Type="http://schemas.openxmlformats.org/officeDocument/2006/relationships/notesSlide" Target="/ppt/notesSlides/notesSlide10.xml" Id="Rf8dcc5f8993749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9C6E3CD0-45DC-43A4-9D9D-5868A0FC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90986619-CA8A-4B9C-8349-3C3B4FEE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0AB26433-F8B5-4691-8DEC-427D63C7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45CF15A-F887-41D2-8EF0-51A0B8B4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GENERALIDADES Y DEFINICIONES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D531E74-EBE0-40EF-9FD3-94A010FD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01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CFAC35A8-9CAE-4DE0-A177-6032F81F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a6fc92d4244a5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5F57AE3-55B5-4DD8-B388-18C6D021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2046443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84DFEE58-96F2-4F57-9CD3-EB2E38B2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64509AD6-8B2E-46A9-ADAD-D90BC962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5F126D5A-7B81-4B2A-B303-5FDC4B7B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123FD2C-9CEF-4D05-AD38-3CB67E99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GENERALIDADES Y DEFINICIONES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1D96311-B63B-47E7-AFC4-64FEFC18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02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176AC9B2-DB29-47B3-A1D6-868E7436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93fca52d8430f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FB72DED-574B-46C2-9C9C-BC057512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801242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721FB326-2EC1-42EA-B274-1EABE58E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CFA4C13A-65DF-47B6-B194-A281E640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24902C20-29B6-4FB4-9167-5B93DC84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AD6350D6-F5EB-4A51-87F6-F6DC6E97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GENERALIDADES Y DEFINICIONES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9F32BE9-0405-42C6-9C20-92456CAE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03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0820D2CE-0829-4985-9ACA-AD611E35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d41fc34324e59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DE57426-C8D3-43BE-B8E5-F93DE481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301787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DD39EF69-B6BE-41E7-B47C-FB6C591C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3B43AE89-4FE6-4F49-BF95-35004B32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458EBE97-65AB-4BFE-A90B-E3062FD3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67FC8C30-D7DB-451D-AA05-242D6090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GENERALIDADES Y DEFINICIONES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B6BAD3B-EAF5-454F-BD47-6899D67D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04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B94E93F0-E9FB-4FFF-868F-C2C30908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2e157428e4a7a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915BC38-C8F6-4ACF-AA1A-50F52915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720120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17B60C2E-AF37-453A-BA41-13DA0D6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F6283343-80AD-44C6-9336-37C97ACB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8ADDAD6C-5EC4-4861-815A-28CBE43B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A9AD32D3-28DD-452F-837C-08E57281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GENERALIDADES Y DEFINICIONES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A49FED4-00AF-40C5-8484-80DD1B06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05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66D02CAA-3514-4176-9CDC-6890384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21241c8b0402b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F9D020D-9CEE-4B24-A9C9-18DF2EB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162207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D01BE337-C6A6-4806-8445-3C0ECE3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82F019E9-359E-4D4E-934C-5DF53CCF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5A13CD5F-1F80-4D04-8E79-5901AB31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0D8E83DA-65C0-4E66-9430-CD0956DA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GENERALIDADES Y DEFINICIONES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2113794-5634-4389-8321-4E9E227B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06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83C6134F-3A53-46B9-8B77-89A5CC32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3d01a85944a13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AA15826-C094-420C-9679-5AD389F5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916566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0A202187-0CD9-4AAE-B81B-15476C09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65AC2314-9B0D-4750-BF23-6AF15E74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B095D6E7-F704-4800-AACB-0B83022A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3FB148A-AD22-4568-AE2D-D564EA13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GENERALIDADES Y DEFINICIONES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4508DE2-5147-4E7A-B08C-CF17F63A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07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AD877661-9F14-40E2-A221-A3699979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b2df7f167418f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1082398-E4F4-4945-BD4B-628318C7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477920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47D4DBA1-ED5E-4F00-83FD-DCD948F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4EE7DAE0-1594-4D77-8E29-20E9AD32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494CEC5A-FF40-4E6D-A66E-461CB197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1AC630D-9152-48A6-8924-8678A90E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GENERALIDADES Y DEFINICIONES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6738117-C581-4431-AC6D-32EE6FDE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08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E8C0E5F5-C351-45B1-B482-B9D15084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3639c42df4b41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6377E75-DAE4-426E-A13C-5C157D7D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3860067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DE199641-1859-420C-9064-E56A9ADE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9A68F898-14FB-4E1F-9812-E63BD403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2F07E37A-B4CA-402A-AC5D-90484DB4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2DFD28B4-98AC-4301-AADC-D1D04ECF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GENERALIDADES Y DEFINICIONES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C9A271-3D3D-4192-8B18-9344DDD9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09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3C67897C-8BB0-4EAB-AA99-0D180DBC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45dbd47b749cc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096D9A9-6934-4C7E-9AA9-1E92CCCF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515885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2BEC658A-9FFC-4A4D-B497-9C947340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AB84B335-7349-427B-BE21-1AE25AAC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AF3350A1-94AA-4C0D-A064-CA076E97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C602D4D-5516-4CEA-BD72-68790C6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GENERALIDADES Y DEFINICIONES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2B26691-931A-453A-A39F-488F36ED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10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AAAEBB7C-E3DB-4A16-8B3B-130194CE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69db4705c48c2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D7C6BE1-0B80-4192-8B09-E5FEDDD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203420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2026-07-12T09:35:20.3390000Z</dcterms:created>
  <dcterms:modified xsi:type="dcterms:W3CDTF">2026-07-12T09:35:20.3390000Z</dcterms:modified>
</coreProperties>
</file>