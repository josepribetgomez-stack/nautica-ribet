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28d24a6564dc6" /><Relationship Type="http://schemas.openxmlformats.org/officeDocument/2006/relationships/extended-properties" Target="/docProps/app.xml" Id="Rd1766b02145441c0" /><Relationship Type="http://schemas.openxmlformats.org/officeDocument/2006/relationships/officeDocument" Target="/ppt/presentation.xml" Id="R7173e05403d7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9624f8b7084091"/>
  </p:sldMasterIdLst>
  <p:notesMasterIdLst>
    <p:notesMasterId xmlns:r="http://schemas.openxmlformats.org/officeDocument/2006/relationships" r:id="R2b6e1a7f8dcc40b2"/>
  </p:notesMasterIdLst>
  <p:sldIdLst>
    <p:sldId xmlns:r="http://schemas.openxmlformats.org/officeDocument/2006/relationships" id="256" r:id="R827933dfce6f4c31"/>
    <p:sldId xmlns:r="http://schemas.openxmlformats.org/officeDocument/2006/relationships" id="257" r:id="R8b6c119795a54ad1"/>
    <p:sldId xmlns:r="http://schemas.openxmlformats.org/officeDocument/2006/relationships" id="258" r:id="Re7335a9be2764c51"/>
    <p:sldId xmlns:r="http://schemas.openxmlformats.org/officeDocument/2006/relationships" id="259" r:id="R090891750b744f64"/>
    <p:sldId xmlns:r="http://schemas.openxmlformats.org/officeDocument/2006/relationships" id="260" r:id="Rb174ace76fe44a90"/>
    <p:sldId xmlns:r="http://schemas.openxmlformats.org/officeDocument/2006/relationships" id="261" r:id="R5ccfb9fee0c74159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eb37f6d4034999" /><Relationship Type="http://schemas.openxmlformats.org/officeDocument/2006/relationships/slideMaster" Target="/ppt/slideMasters/slideMaster1.xml" Id="Rb49624f8b7084091" /><Relationship Type="http://schemas.openxmlformats.org/officeDocument/2006/relationships/notesMaster" Target="/ppt/notesMasters/notesMaster1.xml" Id="R2b6e1a7f8dcc40b2" /><Relationship Type="http://schemas.openxmlformats.org/officeDocument/2006/relationships/presProps" Target="/ppt/presProps.xml" Id="R8ae6446553974f3a" /><Relationship Type="http://schemas.openxmlformats.org/officeDocument/2006/relationships/tableStyles" Target="/ppt/tableStyles.xml" Id="R6e30188d636d4ddf" /><Relationship Type="http://schemas.openxmlformats.org/officeDocument/2006/relationships/slide" Target="/ppt/slides/slide1.xml" Id="R827933dfce6f4c31" /><Relationship Type="http://schemas.openxmlformats.org/officeDocument/2006/relationships/slide" Target="/ppt/slides/slide2.xml" Id="R8b6c119795a54ad1" /><Relationship Type="http://schemas.openxmlformats.org/officeDocument/2006/relationships/slide" Target="/ppt/slides/slide3.xml" Id="Re7335a9be2764c51" /><Relationship Type="http://schemas.openxmlformats.org/officeDocument/2006/relationships/slide" Target="/ppt/slides/slide4.xml" Id="R090891750b744f64" /><Relationship Type="http://schemas.openxmlformats.org/officeDocument/2006/relationships/slide" Target="/ppt/slides/slide5.xml" Id="Rb174ace76fe44a90" /><Relationship Type="http://schemas.openxmlformats.org/officeDocument/2006/relationships/slide" Target="/ppt/slides/slide6.xml" Id="R5ccfb9fee0c7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b5a3a7421a48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8fe8462f141fa" /><Relationship Type="http://schemas.openxmlformats.org/officeDocument/2006/relationships/notesMaster" Target="/ppt/notesMasters/notesMaster1.xml" Id="R37d20b74472a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6a1f49b7554337" /><Relationship Type="http://schemas.openxmlformats.org/officeDocument/2006/relationships/notesMaster" Target="/ppt/notesMasters/notesMaster1.xml" Id="R5df74890b315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83c64ed104340" /><Relationship Type="http://schemas.openxmlformats.org/officeDocument/2006/relationships/notesMaster" Target="/ppt/notesMasters/notesMaster1.xml" Id="Ra3e0487697b04c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61271062446b8" /><Relationship Type="http://schemas.openxmlformats.org/officeDocument/2006/relationships/notesMaster" Target="/ppt/notesMasters/notesMaster1.xml" Id="Rac11d569a18c47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10cfd9d8643be" /><Relationship Type="http://schemas.openxmlformats.org/officeDocument/2006/relationships/notesMaster" Target="/ppt/notesMasters/notesMaster1.xml" Id="R872c79c14ab64f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57c98b29a4dbc" /><Relationship Type="http://schemas.openxmlformats.org/officeDocument/2006/relationships/notesMaster" Target="/ppt/notesMasters/notesMaster1.xml" Id="R3394b8c9f47247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cdb0ca47f43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5c8e0e21c498d" /><Relationship Type="http://schemas.openxmlformats.org/officeDocument/2006/relationships/slideLayout" Target="/ppt/slideLayouts/slideLayout1.xml" Id="Rc6f51c04977841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f51c04977841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c2bf029314a7b" /><Relationship Type="http://schemas.openxmlformats.org/officeDocument/2006/relationships/image" Target="/ppt/media/image.png" Id="R552a6153ea154730" /><Relationship Type="http://schemas.openxmlformats.org/officeDocument/2006/relationships/notesSlide" Target="/ppt/notesSlides/notesSlide1.xml" Id="Raf3c33db9ce9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59d15c3f4c90" /><Relationship Type="http://schemas.openxmlformats.org/officeDocument/2006/relationships/image" Target="/ppt/media/image2.png" Id="R043dc662d50e44e8" /><Relationship Type="http://schemas.openxmlformats.org/officeDocument/2006/relationships/notesSlide" Target="/ppt/notesSlides/notesSlide2.xml" Id="Rc4b871da9cea44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06705c0f34dcd" /><Relationship Type="http://schemas.openxmlformats.org/officeDocument/2006/relationships/image" Target="/ppt/media/image3.png" Id="Ra4bd429bb9c84f1b" /><Relationship Type="http://schemas.openxmlformats.org/officeDocument/2006/relationships/notesSlide" Target="/ppt/notesSlides/notesSlide3.xml" Id="R061ff7bec62b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9c132c1e54adf" /><Relationship Type="http://schemas.openxmlformats.org/officeDocument/2006/relationships/image" Target="/ppt/media/image4.png" Id="R6f4e7ec564a343ef" /><Relationship Type="http://schemas.openxmlformats.org/officeDocument/2006/relationships/notesSlide" Target="/ppt/notesSlides/notesSlide4.xml" Id="R0d04678e8980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048f72263494d" /><Relationship Type="http://schemas.openxmlformats.org/officeDocument/2006/relationships/image" Target="/ppt/media/image5.png" Id="R759f271cfc0b4561" /><Relationship Type="http://schemas.openxmlformats.org/officeDocument/2006/relationships/notesSlide" Target="/ppt/notesSlides/notesSlide5.xml" Id="R45ee4c10e6544e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ea91da274ae9" /><Relationship Type="http://schemas.openxmlformats.org/officeDocument/2006/relationships/image" Target="/ppt/media/image6.png" Id="Rfe8c076b882a4795" /><Relationship Type="http://schemas.openxmlformats.org/officeDocument/2006/relationships/notesSlide" Target="/ppt/notesSlides/notesSlide6.xml" Id="R565b7d2ebdd9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9AC521F1-451F-415D-82B2-C6800FC2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2256A5E2-9E1E-46E7-8FA8-2DC72F73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F9EB3268-B2DD-4F26-A603-0550A94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9DE6C2C-D2EE-4DBB-972D-ECD47C7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CANALES Y SEPARACIÓN DE TRÁFICO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5E2FE4-87ED-4910-9C63-03A22AF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01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60661CAC-042E-4A3B-8FE2-FBBE275A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a6153ea154730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7827D64-BE4D-4190-B106-3962C5BE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626871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DE93CDBD-E53C-4B84-951D-CBB91C9F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FC19443B-9D33-4380-BB06-22611270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F40C5F4-1303-4EB0-9CDC-6C254B4B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AC8979CF-22A2-4633-98A5-1F76B503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CANALES Y SEPARACIÓN DE TRÁFICO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86F7F80-C8AF-4C7C-B381-7B78EE62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02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6EF5C355-ADFE-4A54-8784-3CF27866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dc662d50e44e8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D721CF7-DD17-46D4-9E44-1A0D195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2051092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B7322F78-8CBD-41DE-8B84-F30CC20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415A6746-1E90-4C39-93B6-E8090846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B1566DD-BBBC-4D55-AF3C-B08E98B7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0745E78-4EBF-475E-9F47-EDF2B627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CANALES Y SEPARACIÓN DE TRÁFICO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EABB02-AC1E-493D-881D-C244CF1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03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5D4F4409-2ACC-42B2-9353-6BAE62D2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d429bb9c84f1b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E46E202-DE90-4E37-8196-215F9526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626606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3DC4CB69-2D3C-4BD6-A8BD-04D54EF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9547698E-BE1F-40BF-9ACF-6535129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CFE2026E-EE57-402E-9F0B-8B95BBB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2FAA7BB-0BB1-43E2-AB50-FD6CC5DF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CANALES Y SEPARACIÓN DE TRÁFICO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900BBE-ECB3-4C2B-AB66-F608B4C1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04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8E3BA667-508F-4A3A-AD33-51C74AA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e7ec564a343ef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3E2143F-3B50-46A7-B4E4-1EB5710F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167246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32B70D86-EA89-4A13-93AA-5216B607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675558CA-EDC6-4A34-88BD-D635CC1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54CF36D-C7BE-45E7-8F50-C6BAA90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717CDBE-1778-4A91-8CA6-5485D1F5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CANALES Y SEPARACIÓN DE TRÁFICO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919A76D-A557-4ED1-8545-1906F813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05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9703954A-E74D-4AA8-81F6-09F8BDC9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f271cfc0b4561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2B40905-784F-4CDA-BDF3-5D6F456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730111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">
            <a:extLst xmlns:a="http://schemas.openxmlformats.org/drawingml/2006/main">
              <a:ext uri="{FF2B5EF4-FFF2-40B4-BE49-F238E27FC236}">
                <a16:creationId xmlns:a16="http://schemas.microsoft.com/office/drawing/2014/main" id="{44BCBC25-8BD4-4807-A088-D4684E2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D3D"/>
          </a:solidFill>
          <a:ln xmlns:a="http://schemas.openxmlformats.org/drawingml/2006/main" w="0">
            <a:noFill/>
          </a:ln>
        </p:spPr>
      </p:sp>
      <p:sp>
        <p:nvSpPr>
          <p:cNvPr id="2" name="gold-rule">
            <a:extLst xmlns:a="http://schemas.openxmlformats.org/drawingml/2006/main">
              <a:ext uri="{FF2B5EF4-FFF2-40B4-BE49-F238E27FC236}">
                <a16:creationId xmlns:a16="http://schemas.microsoft.com/office/drawing/2014/main" id="{6537E1A2-355E-4FC1-9196-B97D25C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2C"/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6D48B51C-79A9-46DC-84D5-B1BCD51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RUMBVIU · AULA PER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3953E04-CDCA-433B-B7B0-2B70D3E1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7E2EB"/>
                </a:solidFill>
              </a:defRPr>
            </a:pPr>
            <a:r>
              <a:rPr sz="1275" b="1">
                <a:solidFill>
                  <a:srgbClr val="C7E2EB"/>
                </a:solidFill>
              </a:rPr>
              <a:t>CANALES Y SEPARACIÓN DE TRÁFICO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321A9C5-2ABF-4038-B62A-12DBB5A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8AC2C"/>
                </a:solidFill>
              </a:defRPr>
            </a:pPr>
            <a:r>
              <a:rPr sz="1350" b="1">
                <a:solidFill>
                  <a:srgbClr val="E8AC2C"/>
                </a:solidFill>
              </a:rPr>
              <a:t>06</a:t>
            </a:r>
          </a:p>
        </p:txBody>
      </p:sp>
      <p:sp>
        <p:nvSpPr>
          <p:cNvPr id="6" name="content-frame">
            <a:extLst xmlns:a="http://schemas.openxmlformats.org/drawingml/2006/main">
              <a:ext uri="{FF2B5EF4-FFF2-40B4-BE49-F238E27FC236}">
                <a16:creationId xmlns:a16="http://schemas.microsoft.com/office/drawing/2014/main" id="{B8FD24BF-9B97-4FFE-8FB6-93F67BAE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7696200" cy="57721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c076b882a4795"/>
          <a:stretch xmlns:a="http://schemas.openxmlformats.org/drawingml/2006/main"/>
        </p:blipFill>
        <p:spPr>
          <a:xfrm xmlns:a="http://schemas.openxmlformats.org/drawingml/2006/main">
            <a:off x="762000" y="876300"/>
            <a:ext cx="7620000" cy="5715000"/>
          </a:xfrm>
          <a:prstGeom xmlns:a="http://schemas.openxmlformats.org/drawingml/2006/main" prst="rect">
            <a:avLst/>
          </a:prstGeom>
        </p:spPr>
      </p:pic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327B198-8977-4215-83C3-956E2C2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294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07780"/>
                </a:solidFill>
              </a:defRPr>
            </a:pPr>
            <a:r>
              <a:rPr sz="825">
                <a:solidFill>
                  <a:srgbClr val="607780"/>
                </a:solidFill>
              </a:rPr>
              <a:t>Formación náutica · Material didáctico</a:t>
            </a:r>
          </a:p>
        </p:txBody>
      </p:sp>
    </p:spTree>
    <p:extLst>
      <p:ext uri="{BB962C8B-B14F-4D97-AF65-F5344CB8AC3E}">
        <p14:creationId xmlns:p14="http://schemas.microsoft.com/office/powerpoint/2010/main" val="565351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2026-07-12T09:35:21.1330000Z</dcterms:created>
  <dcterms:modified xsi:type="dcterms:W3CDTF">2026-07-12T09:35:21.1330000Z</dcterms:modified>
</coreProperties>
</file>